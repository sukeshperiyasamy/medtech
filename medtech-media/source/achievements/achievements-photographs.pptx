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28c017d1-0136-4b9c-9bc8-745fb6f6c21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28c017d1-0136-4b9c-9bc8-745fb6f6c21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557053e3-c8dc-4dd7-8950-eff8499a3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557053e3-c8dc-4dd7-8950-eff8499a3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4c5fca71-5ecb-4a71-a1ee-a7221337396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4c5fca71-5ecb-4a71-a1ee-a7221337396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8647f246-edaa-49cf-b442-9bf786e2f8e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8647f246-edaa-49cf-b442-9bf786e2f8e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3bd82ee7-3560-449d-8519-1eb1d2b369e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3bd82ee7-3560-449d-8519-1eb1d2b369e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80d56263-8417-4364-a58c-05095a097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80d56263-8417-4364-a58c-05095a097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e64edad9-e34a-44c6-a493-df46e361f49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e64edad9-e34a-44c6-a493-df46e361f49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991838a9-d736-4e14-a190-83e885b1a37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991838a9-d736-4e14-a190-83e885b1a37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375dfbb2-52f7-41be-952f-9a3c89f49e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375dfbb2-52f7-41be-952f-9a3c89f49e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662379be-ccaf-47ab-899d-333868f17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662379be-ccaf-47ab-899d-333868f17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7495" y="0"/>
            <a:ext cx="60290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569350" y="0"/>
            <a:ext cx="60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dk1"/>
                </a:highlight>
              </a:rPr>
              <a:t>Winners of MEDHA 2023</a:t>
            </a:r>
            <a:endParaRPr b="1" sz="18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433" y="0"/>
            <a:ext cx="771713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569350" y="0"/>
            <a:ext cx="60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dk1"/>
                </a:highlight>
              </a:rPr>
              <a:t>Winners of </a:t>
            </a:r>
            <a:r>
              <a:rPr b="1" lang="en" sz="1800">
                <a:highlight>
                  <a:schemeClr val="dk1"/>
                </a:highlight>
              </a:rPr>
              <a:t>Healthhacks 2023</a:t>
            </a:r>
            <a:endParaRPr b="1" sz="18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805" y="0"/>
            <a:ext cx="51563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0570" y="0"/>
            <a:ext cx="51628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031" y="0"/>
            <a:ext cx="514993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191" y="0"/>
            <a:ext cx="770561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0"/>
          <p:cNvSpPr txBox="1"/>
          <p:nvPr/>
        </p:nvSpPr>
        <p:spPr>
          <a:xfrm>
            <a:off x="1569350" y="0"/>
            <a:ext cx="601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highlight>
                  <a:schemeClr val="dk1"/>
                </a:highlight>
              </a:rPr>
              <a:t>Winners of </a:t>
            </a:r>
            <a:r>
              <a:rPr b="1" lang="en" sz="1800">
                <a:highlight>
                  <a:schemeClr val="dk1"/>
                </a:highlight>
              </a:rPr>
              <a:t>NBEC 2022</a:t>
            </a:r>
            <a:endParaRPr b="1" sz="1800">
              <a:highlight>
                <a:schemeClr val="dk1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4075" y="0"/>
            <a:ext cx="517585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805" y="0"/>
            <a:ext cx="515639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